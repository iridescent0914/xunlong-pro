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563EB"/>
                </a:solidFill>
              </a:defRPr>
            </a:pPr>
            <a:r>
              <a:t>CSV 数据分析测试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>
                <a:solidFill>
                  <a:srgbClr val="111827"/>
                </a:solidFill>
              </a:defRPr>
            </a:pPr>
            <a:r>
              <a:t>文件：000001.SZ.csv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182880" cy="18288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11827"/>
                </a:solidFill>
              </a:defRPr>
            </a:pPr>
            <a: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</a:defRPr>
            </a:pPr>
            <a:r>
              <a:t>主要结论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>
                <a:solidFill>
                  <a:srgbClr val="111827"/>
                </a:solidFill>
              </a:defRPr>
            </a:pPr>
            <a:r>
              <a:t># 金融数据分析 本节内容由**金融数据分析智能体**基于网页搜索结果与 RAG 指标口径，经算法抽取与计算生成。 **分析口径**：自动读取 CSV 数据，提取数值与类别列，统计缺失、分布、相关性，并生成可视化推荐。 ## 结构化分析 ### 总体结论 - 数据规模：约 242 行、14 列，其中 13 个数值列。 - 缺失情况：缺失值很少或无缺失。 - [数据规模] 共 242 行，14 列，其中 13 个数值列、1 个非数值列 - [缺失情况] 数据集中共有 0 个缺失值，缺失率约 0.0% - [数值列波动] 波动最大的列为 amount，其标准差约为 834079.296 ### 风险点 - 缺失情况 需重点关注：数据集中共有 0 个缺失值，缺失率约 0.0% - 数值列波动 需重点关注：波动最大的列为 amount，其标准差约为 834079.296 ### 建议 - 当前数据质量较好，可继续基于现有数据进行分析和建模。 ### 核心指标 | 指标 | 数值 | | --- | --- | | row_count | 242 | | column_count | 14 | | numeric_columns | 13 | | categorical_columns | 1 | | missing_ratio | 0.0 | ### CSV 数据列摘要 | 列名 | 类型 | 记录数 | 缺失值 | 缺失率 | 均值 | 中位数 | 标准差 | 最小值 | 最大值 | 唯一值 | 首要值 | | --- | --- | --- | --- | --- | --- | --- | --- | --- | --- | --- | --- | | ts_code | object | 242 | 0 | 0.0% |  |  |  |  |  | 1 | 000001.SZ | | trade_date | int64 | 242 | 0 | 0.0% | 20180668.459 | 20180703.5 | 342.538 | 20180102 | 20181227 | 242 |  | | open | float64 | 242 | 0 | 0.0% | 10.801 | 10.57 | 1.438 | 8.6 | 14.8 | 185 |  | | high | float64 | 242 | 0 | 0.0% | 10.953 | 10.67 | 1.482 | 8.7 | 15.13 | 186 |  | | low | float64 | 242 | 0 | 0.0% | 10.651 | 10.46 | 1.407 | 8.45 | 14.68 | 174 |  | | close | float64 | 242 | 0 | 0.0% | 10.795 | 10.565 | 1.439 | 8.6 | 14.8 | 179 |  | | pre_close | float64 | 242 | 0 | 0.0% | 10.811 | 10.57 | 1.446 | 8.6 | 14.8 | 179 |  | | change | float64 | 242 | 0 | 0.0% | -0.016 | -0.015 | 0.238 | -1.08 | 0.67 | 88 |  | | pct_chg | float64 | 242 | 0 | 0.0% | -0.119 | -0.13 | 2.133 | -7.71 | 7.158 | 223 |  | | vol | float64 | 242 | 0 | 0.0% | 1140739.518 | 995058.905 | 598214.0 | 299089.62 | 3345716.97 | 242 |  | | amount | float64 | 242 | 0 | 0.0% | 1283952.392 | 1044097.362 | 834079.296 | 305389.21 | 4521586.59 | 242 |  | | index | int64 | 242 | 0 | 0.0% | 1.0 | 1.0 | 0.0 | 1 | 1 | 1 |  | | next_close | float64 | 242 | 0 | 0.0% | 10.777 | 10.56 | 1.43 | 8.6 | 14.8 | 178 |  | | logreturn | float64 | 242 | 0 | 0.0% | -0.002 | -0.001 | 0.021 | -0.08 | 0.069 | 237 |  | ### CSV 前 5 行样本 | ts_code | trade_date | open | high | low | close | pre_close | change | pct_chg | vol | | --- | --- | --- | --- | --- | --- | --- | --- | --- | --- | | 000001.SZ | 20181227 | 9.45 | 9.49 | 9.28 | 9.28 | 9.3 | -0.02 | -0.2151 | 624593.27 | | 000001.SZ | 20181226 | 9.35 | 9.42 | 9.27 | 9.3 | 9.34 | -0.04 | -0.4283 | 421140.6 | | 000001.SZ | 20181225 | 9.29 | 9.43 | 9.21 | 9.34 | 9.42 | -0.08 | -0.8493 | 586615.45 | | 000001.SZ | 20181224 | 9.4 | 9.45 | 9.31 | 9.42 | 9.45 | -0.03 | -0.3175 | 509117.67 | | 000001.SZ | 20181221 | 9.68 | 9.7 | 9.33 | 9.45 | 9.71 | -0.26 | -2.6777 | 1000616.76 | ### 分析结论 1. **LLM 分析**：总体结论： 该数据集包含242行和14列，其中13列为数值型，1列为非数值型。数据集中没有缺失值，数据质量较高。大部分数值列的波动性适中，其中“amount”列的标准差最大，表明其波动性较大。存在高度相关的特征组合，如“open”与“high”、“low”、“close”之间的相关性非常高。 风险点： 1. 数据波动性：尽管大部分数值列的波动性适中，但“amount”列的波动性较大，可能存在异常值或极端情况，需要进一步分析。 2. 高度相关性：数据集中存在高度相关的特征组合，这可能导致模型训练过程中出现多重共线性问题，影响模型的稳定性和预测能力。 建议： 1. 对“amount”列进行异常值检测和处理，以减少其对分析结果的影响。 2. 考虑对高度相关的特征进行降维处理，如使用主成分分析（PCA）等方法，以减少多重共线性问题。 3. 在模型训练过程中，对相关特征进行适当的组合或筛选，以提高模型的预测性能。 4. 对数据进行更深入的分析，如时间序列分析、相关性分析等，以挖掘数据背后的潜在规律和趋势。 5. 考虑数据集的代表性，确保分析结果对实际业务具有指导意义。 - 依据：LLM 2. **自动分析摘要**：数据规模：约 242 行、14 列，其中 13 个数值列。 缺失情况：缺失值很少或无缺失。 [数据规模] 共 242 行，14 列，其中 13 个数值列、1 个非数值列 - 依据：rule-based 3. **数据规模**：共 242 行，14 列，其中 13 个数值列、1 个非数值列 - 依据：自动统计 4. **缺失情况**：数据集中共有 0 个缺失值，缺失率约 0.0% - 依据：自动统计 5. **数值列波动**：波动最大的列为 amount，其标准差约为 834079.296 - 依据：自动统计 6. **高度相关特征**：检测到强相关列组合：open/high=0.994, open/low=0.994, open/close=0.988 - 依据：自动相关性分析 ### 分析图表 - 数值列均值与波动（chart） - 数值列相关性（chart）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182880" cy="18288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11827"/>
                </a:solidFill>
              </a:defRPr>
            </a:pPr>
            <a: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